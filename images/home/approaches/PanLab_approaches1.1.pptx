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94" d="100"/>
          <a:sy n="94" d="100"/>
        </p:scale>
        <p:origin x="6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591A6-3485-10DE-0086-ADC60A1594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C54C06-11D2-70FC-1915-1E70EFE23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1ACF4-8346-571D-A282-D55887631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3BFA-ED25-4AB2-8B3D-E5489D25DDBD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D24B7-7004-54D2-3B8A-E4403D476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00831-0504-54A6-BE80-ABE4E7CE2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0C21-13A4-4B66-AF96-93C880197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8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1E5B6-8B33-7912-AFB7-92E2B1611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54439-BBD0-EF25-142E-8639CB7B8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D307F-D499-037B-EC0C-17E42B9F2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3BFA-ED25-4AB2-8B3D-E5489D25DDBD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3DDF8-958C-24FF-9647-980126168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755DF-9372-8BE6-8AB8-96BC89165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0C21-13A4-4B66-AF96-93C880197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293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AA2B3-7623-4EE9-A5BC-634A73A21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2AEFC-02B6-4567-E90F-C96606454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29F10-C755-666E-6A38-FB622CA5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3BFA-ED25-4AB2-8B3D-E5489D25DDBD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7B56C-054B-3B25-C8AF-A02AA7633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5C4C3-B61E-078E-4C49-B54A29542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0C21-13A4-4B66-AF96-93C880197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867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3C277-77F0-C871-B4DA-D86C459C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C158B-4F68-369C-4346-0F115475B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75A55-D24F-B09E-0EFC-0FB9176AC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FEFB5-00DE-81C1-8B66-F32D78502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3BFA-ED25-4AB2-8B3D-E5489D25DDBD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CF359-FF63-60E1-1DC2-0CC50B92F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FBF8A-6426-B52E-1C65-90FE1B85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0C21-13A4-4B66-AF96-93C880197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706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9BFCC-6078-FA0E-8747-DCFB61A44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22A7B-B46D-5536-D037-BB469973E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E0D3D-928F-51B1-3287-B04FBCEFF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52A7C6-2FF4-F4D5-7EA9-A70B3093F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FC9EF6-972E-4185-161A-93C099CF3B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4ED595-0D2B-E2EA-703D-AA6FCEB6E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3BFA-ED25-4AB2-8B3D-E5489D25DDBD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395AC0-FF54-0839-B9D3-149C29BF9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D05980-4BC1-4BBF-89CB-B914C3398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0C21-13A4-4B66-AF96-93C880197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54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3FD61-4C30-027A-C7A4-866997F00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50CEAC-10E7-2785-A1CB-C0624AB1A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3BFA-ED25-4AB2-8B3D-E5489D25DDBD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2D1B4F-B5F0-905B-4630-7633951A9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E80F34-26BE-49B7-C372-7E5207123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0C21-13A4-4B66-AF96-93C880197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95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74B8FD-015D-305C-BE18-7F878D762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3BFA-ED25-4AB2-8B3D-E5489D25DDBD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02E501-742F-37CB-ABDD-4568395D4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B4381-7475-CDD6-BD3D-7243722F5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0C21-13A4-4B66-AF96-93C880197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87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059A0-E970-F988-AF8E-254AB1196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B6B3B-422F-933C-99CF-AFF2AA7EF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21F5FB-ED39-3C5D-2E49-36DACC194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55259E-67BA-7FA8-5B0A-4B517F90A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3BFA-ED25-4AB2-8B3D-E5489D25DDBD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E097E-53D0-C12F-3C42-2F8F13080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AA972-501B-6AC1-CC6C-1A29C7181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0C21-13A4-4B66-AF96-93C880197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994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A75F8-6AC8-147F-8BB1-A8985CBED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D4D2EE-1565-DC88-6ACE-095E3163F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86486-DA29-78D2-30BB-CCAB439AE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9D993-73C9-7560-2F94-07E58096D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3BFA-ED25-4AB2-8B3D-E5489D25DDBD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3AF9B-9219-4D63-894D-0F11EB524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1CE59-D74B-F9A6-1FAA-AF77B3608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0C21-13A4-4B66-AF96-93C880197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835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8C684-19F8-40ED-5AAE-061A85FCA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20C90-5947-03B8-BC1C-9B62470E6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AAFB9-BE86-05B2-E289-23D5598BB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3BFA-ED25-4AB2-8B3D-E5489D25DDBD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7BDFE-A995-F299-893B-12555D99C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70324-8EE7-A5FF-FBCE-537AEF483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0C21-13A4-4B66-AF96-93C880197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618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D08D71-BAEE-2086-8FB5-DD67A45E49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E5CE1-EBD1-FE4F-ECFD-49B701EE0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C394B-5104-195F-E033-7C5972FFC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3BFA-ED25-4AB2-8B3D-E5489D25DDBD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CC4D3-B3E7-3CC9-9597-64C3709E7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8173C-BC68-D7C2-400D-7762EE2C4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0C21-13A4-4B66-AF96-93C880197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14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642625-AC07-BA9B-FE14-8F8685FB5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65FAF-65A5-8169-165A-1A22E11CA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9BF31-E2EE-9414-A664-46D0B889B1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C63BFA-ED25-4AB2-8B3D-E5489D25DDBD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24347-8355-B38C-026D-E58A8A993D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90F91-3BE3-4D7C-09D1-2E0162E66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90C21-13A4-4B66-AF96-93C880197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63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F6FE43A7-E174-9A85-1333-A21B9BE87E40}"/>
              </a:ext>
            </a:extLst>
          </p:cNvPr>
          <p:cNvGrpSpPr/>
          <p:nvPr/>
        </p:nvGrpSpPr>
        <p:grpSpPr>
          <a:xfrm>
            <a:off x="-254448" y="505704"/>
            <a:ext cx="12154752" cy="5731116"/>
            <a:chOff x="1927022" y="479287"/>
            <a:chExt cx="12154752" cy="573111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B4089FC-3879-549E-1F25-21FCB10A2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7022" y="493260"/>
              <a:ext cx="1800000" cy="180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B29CC63-3BFB-9F45-0164-585D2D3926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960" r="15903"/>
            <a:stretch/>
          </p:blipFill>
          <p:spPr bwMode="auto">
            <a:xfrm>
              <a:off x="11930067" y="4410403"/>
              <a:ext cx="2151707" cy="1800000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C0DD27D-C8B4-8214-481B-5D6EBBA362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83077" y="486595"/>
              <a:ext cx="1778244" cy="180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1411A5F-7871-C3AC-D2FB-C0B848E567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56" t="12063" r="10807" b="9592"/>
            <a:stretch/>
          </p:blipFill>
          <p:spPr bwMode="auto">
            <a:xfrm>
              <a:off x="9785796" y="479287"/>
              <a:ext cx="2837463" cy="1800000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DD4AED0-BF63-40B9-FCAB-0FAF94FAB9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6" t="3520" r="2909" b="9619"/>
            <a:stretch/>
          </p:blipFill>
          <p:spPr bwMode="auto">
            <a:xfrm>
              <a:off x="3772945" y="479287"/>
              <a:ext cx="2364209" cy="180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69C4178-7286-E389-3163-8449BEBFD7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36"/>
            <a:stretch/>
          </p:blipFill>
          <p:spPr bwMode="auto">
            <a:xfrm>
              <a:off x="9840923" y="4410403"/>
              <a:ext cx="1827878" cy="1800000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7CD2411-807A-7028-20A5-092A74AB0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3305" y="4410403"/>
              <a:ext cx="1754596" cy="180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DB4BE9A-3883-6A93-C23A-2C8D57EEA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9552" y="4410403"/>
              <a:ext cx="1828556" cy="180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6E5841D-9CDF-6A32-1520-D24427882D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07405" y="4410403"/>
              <a:ext cx="1800000" cy="180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2A4499D-309B-F4BA-6613-66332AF6D7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75"/>
            <a:stretch/>
          </p:blipFill>
          <p:spPr bwMode="auto">
            <a:xfrm>
              <a:off x="7884938" y="4410403"/>
              <a:ext cx="1856577" cy="180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34FE8A-E731-1C0D-FA84-895A2639E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7244" y="493260"/>
              <a:ext cx="1732629" cy="1800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826528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PanLab_approaches</dc:title>
  <dc:creator>xp-yoga</dc:creator>
  <cp:lastModifiedBy>xp-yoga</cp:lastModifiedBy>
  <cp:revision>3</cp:revision>
  <dcterms:created xsi:type="dcterms:W3CDTF">2022-10-14T00:49:05Z</dcterms:created>
  <dcterms:modified xsi:type="dcterms:W3CDTF">2022-10-16T22:21:44Z</dcterms:modified>
</cp:coreProperties>
</file>